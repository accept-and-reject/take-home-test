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1a328306a14bac" /><Relationship Type="http://schemas.openxmlformats.org/officeDocument/2006/relationships/extended-properties" Target="/docProps/app.xml" Id="R49dd752442b3462e" /><Relationship Type="http://schemas.openxmlformats.org/officeDocument/2006/relationships/officeDocument" Target="/ppt/presentation.xml" Id="R77cf5792185246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f541456d444233"/>
  </p:sldMasterIdLst>
  <p:notesMasterIdLst>
    <p:notesMasterId xmlns:r="http://schemas.openxmlformats.org/officeDocument/2006/relationships" r:id="Rb2de5ccaf20347d6"/>
  </p:notesMasterIdLst>
  <p:sldIdLst>
    <p:sldId xmlns:r="http://schemas.openxmlformats.org/officeDocument/2006/relationships" id="256" r:id="R1febeabd19934aa9"/>
    <p:sldId xmlns:r="http://schemas.openxmlformats.org/officeDocument/2006/relationships" id="257" r:id="Rc8165ab5a3064328"/>
    <p:sldId xmlns:r="http://schemas.openxmlformats.org/officeDocument/2006/relationships" id="258" r:id="R808c981ca33247e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40d3deed8a466f" /><Relationship Type="http://schemas.openxmlformats.org/officeDocument/2006/relationships/slideMaster" Target="/ppt/slideMasters/slideMaster1.xml" Id="R29f541456d444233" /><Relationship Type="http://schemas.openxmlformats.org/officeDocument/2006/relationships/notesMaster" Target="/ppt/notesMasters/notesMaster1.xml" Id="Rb2de5ccaf20347d6" /><Relationship Type="http://schemas.openxmlformats.org/officeDocument/2006/relationships/presProps" Target="/ppt/presProps.xml" Id="R85a2e4b6be684201" /><Relationship Type="http://schemas.openxmlformats.org/officeDocument/2006/relationships/tableStyles" Target="/ppt/tableStyles.xml" Id="R8a53edf6a1c34c12" /><Relationship Type="http://schemas.openxmlformats.org/officeDocument/2006/relationships/slide" Target="/ppt/slides/slide1.xml" Id="R1febeabd19934aa9" /><Relationship Type="http://schemas.openxmlformats.org/officeDocument/2006/relationships/slide" Target="/ppt/slides/slide2.xml" Id="Rc8165ab5a3064328" /><Relationship Type="http://schemas.openxmlformats.org/officeDocument/2006/relationships/slide" Target="/ppt/slides/slide3.xml" Id="R808c981ca33247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7ad68a674e45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eeb8fde0ea427e" /><Relationship Type="http://schemas.openxmlformats.org/officeDocument/2006/relationships/notesMaster" Target="/ppt/notesMasters/notesMaster1.xml" Id="R8e0a477954ed4c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f62847d4b34a0e" /><Relationship Type="http://schemas.openxmlformats.org/officeDocument/2006/relationships/notesMaster" Target="/ppt/notesMasters/notesMaster1.xml" Id="R0aa480be14d943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3d93df852a4410" /><Relationship Type="http://schemas.openxmlformats.org/officeDocument/2006/relationships/notesMaster" Target="/ppt/notesMasters/notesMaster1.xml" Id="R1129e21de4d04c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761ebe55e24b9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e8b97932524dd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68bf116b3d40a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cb9948ddc549d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6bb24a254d4e3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e8d11a291747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A703C42-A165-4280-9B5B-2EE636B569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1504E28-1764-4169-998B-EB7A954D0C0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9D8BAD0-5419-4E70-A14F-16B6531BD6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ABBC2C-EC63-486E-ACEF-B27F29F474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D097977-7BDD-4C00-85E5-53EB6328E2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2D9D18E-884F-4138-BA7F-D1A691F9EF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B64FA2C-1145-4AD0-865B-D03753FD14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1FDD551-704E-4A48-9739-4E8D57A79A3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683CF7-BD9D-46CF-93E1-7602719B85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F5B6940-CC35-4C1B-9DDD-9DDF987DC1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4851926d4d4b39" /><Relationship Type="http://schemas.openxmlformats.org/officeDocument/2006/relationships/slideLayout" Target="/ppt/slideLayouts/slideLayout1.xml" Id="R788ace7260d24b0a" /><Relationship Type="http://schemas.openxmlformats.org/officeDocument/2006/relationships/slideLayout" Target="/ppt/slideLayouts/slideLayout2.xml" Id="Rf1f7da7f37494007" /><Relationship Type="http://schemas.openxmlformats.org/officeDocument/2006/relationships/slideLayout" Target="/ppt/slideLayouts/slideLayout3.xml" Id="Ra720c93d214c41da" /><Relationship Type="http://schemas.openxmlformats.org/officeDocument/2006/relationships/slideLayout" Target="/ppt/slideLayouts/slideLayout4.xml" Id="R6ca5715bff7a4d3e" /><Relationship Type="http://schemas.openxmlformats.org/officeDocument/2006/relationships/slideLayout" Target="/ppt/slideLayouts/slideLayout5.xml" Id="R8c460fe328aa4ebf" /><Relationship Type="http://schemas.openxmlformats.org/officeDocument/2006/relationships/slideLayout" Target="/ppt/slideLayouts/slideLayout6.xml" Id="R82eeaa8387a74b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8ace7260d24b0a"/>
    <p:sldLayoutId xmlns:r="http://schemas.openxmlformats.org/officeDocument/2006/relationships" id="2147483650" r:id="Rf1f7da7f37494007"/>
    <p:sldLayoutId xmlns:r="http://schemas.openxmlformats.org/officeDocument/2006/relationships" id="2147483651" r:id="Ra720c93d214c41da"/>
    <p:sldLayoutId xmlns:r="http://schemas.openxmlformats.org/officeDocument/2006/relationships" id="2147483652" r:id="R6ca5715bff7a4d3e"/>
    <p:sldLayoutId xmlns:r="http://schemas.openxmlformats.org/officeDocument/2006/relationships" id="2147483653" r:id="R8c460fe328aa4ebf"/>
    <p:sldLayoutId xmlns:r="http://schemas.openxmlformats.org/officeDocument/2006/relationships" id="2147483654" r:id="R82eeaa8387a74b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84b0bf4e334adb" /><Relationship Type="http://schemas.openxmlformats.org/officeDocument/2006/relationships/notesSlide" Target="/ppt/notesSlides/notesSlide1.xml" Id="R5ad5140807fa4f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9c3cf5ecbb4bf4" /><Relationship Type="http://schemas.openxmlformats.org/officeDocument/2006/relationships/chart" Target="/ppt/slides/charts/chart1.xml" Id="Ra09fe0c5e73b418c" /><Relationship Type="http://schemas.openxmlformats.org/officeDocument/2006/relationships/notesSlide" Target="/ppt/notesSlides/notesSlide2.xml" Id="R438947d09b7146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6765f5cd7f4b1c" /><Relationship Type="http://schemas.openxmlformats.org/officeDocument/2006/relationships/notesSlide" Target="/ppt/notesSlides/notesSlide3.xml" Id="R91d3f886c8994f8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20 次循環測試進度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324D"/>
              </a:solidFill>
              <a:latin typeface="Arial Unicode MS"/>
              <a:ea typeface="Arial Unicode MS"/>
              <a:cs typeface="Arial Unicode MS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循環次數</c:v>
          </c:tx>
          <c:spPr>
            <a:solidFill xmlns:a="http://schemas.openxmlformats.org/drawingml/2006/main">
              <a:srgbClr val="2A5D7C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C8790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D8E0E6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已完成</c:v>
                </c:pt>
                <c:pt idx="1">
                  <c:v>未完成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14</c:v>
                </c:pt>
                <c:pt idx="1">
                  <c:v>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F2937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測試結果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5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354F13-7779-4648-B72F-E2A33EE3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D7E3E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7E3E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D7E3EA"/>
                </a:solidFill>
                <a:latin typeface="Arial Unicode MS"/>
                <a:ea typeface="Arial Unicode MS"/>
                <a:cs typeface="Arial Unicode MS"/>
              </a:rPr>
              <a:t>SAMPLE  /  PRODUCT DEVELOPMENT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850EEC-A645-4E71-B7E0-486CDB89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79057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Display Driver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專案週報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B91FF7-7221-43A2-9AD1-13B6CBC5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885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D7E3E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7E3E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D7E3EA"/>
                </a:solidFill>
                <a:latin typeface="Arial Unicode MS"/>
                <a:ea typeface="Arial Unicode MS"/>
                <a:cs typeface="Arial Unicode MS"/>
              </a:rPr>
              <a:t>循環測試仍有閃爍重現，發布條件尚未達成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8BB5D4-BE38-4F85-A900-412AC63F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D7E3E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D7E3E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D7E3EA"/>
                </a:solidFill>
                <a:latin typeface="Arial Unicode MS"/>
                <a:ea typeface="Arial Unicode MS"/>
                <a:cs typeface="Arial Unicode MS"/>
              </a:rPr>
              <a:t>報告日期  2026-09-18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1691EB-AF7B-4327-826B-BC715DB3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6735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C8790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800" b="1">
                <a:solidFill>
                  <a:srgbClr val="C879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87900"/>
                </a:solidFill>
                <a:latin typeface="Arial Unicode MS"/>
                <a:ea typeface="Arial Unicode MS"/>
                <a:cs typeface="Arial Unicode MS"/>
              </a:rPr>
              <a:t>發布狀態  暫停</a:t>
            </a:r>
          </a:p>
        </p:txBody>
      </p:sp>
    </p:spTree>
    <p:extLst>
      <p:ext uri="{BB962C8B-B14F-4D97-AF65-F5344CB8AC3E}">
        <p14:creationId xmlns:p14="http://schemas.microsoft.com/office/powerpoint/2010/main" val="15592028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7EA7F8-F811-461D-98EA-19F5316F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測試進度與發布狀態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35CD7-D8D9-4FE2-892A-C5B99B00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C8790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C879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050" b="1">
                <a:solidFill>
                  <a:srgbClr val="C87900"/>
                </a:solidFill>
                <a:latin typeface="Arial Unicode MS"/>
                <a:ea typeface="Arial Unicode MS"/>
                <a:cs typeface="Arial Unicode MS"/>
              </a:rPr>
              <a:t>14 /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8036C2-F9B7-4973-95E1-A52CADF3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26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677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B677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B6776"/>
                </a:solidFill>
                <a:latin typeface="Arial Unicode MS"/>
                <a:ea typeface="Arial Unicode MS"/>
                <a:cs typeface="Arial Unicode MS"/>
              </a:rPr>
              <a:t>完成循環測試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2A7BD-30A9-415A-B635-17C4CDB8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B4272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B427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B4272D"/>
                </a:solidFill>
                <a:latin typeface="Arial Unicode MS"/>
                <a:ea typeface="Arial Unicode MS"/>
                <a:cs typeface="Arial Unicode MS"/>
              </a:rPr>
              <a:t>2 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581BA-4CC6-4199-A1B5-17D17C0E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814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677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B677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B6776"/>
                </a:solidFill>
                <a:latin typeface="Arial Unicode MS"/>
                <a:ea typeface="Arial Unicode MS"/>
                <a:cs typeface="Arial Unicode MS"/>
              </a:rPr>
              <a:t>閃爍重現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33DB2173-A740-413B-8290-81ACA3570E4D}"/>
              </a:ext>
            </a:extLst>
          </p:cNvPr>
          <p:cNvGraphicFramePr/>
          <p:nvPr/>
        </p:nvGraphicFramePr>
        <p:xfrm>
          <a:off xmlns:a="http://schemas.openxmlformats.org/drawingml/2006/main" x="4171950" y="1257300"/>
          <a:ext xmlns:a="http://schemas.openxmlformats.org/drawingml/2006/main" cx="7181850" cy="3448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09fe0c5e73b418c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77E487-5C9C-4196-BE69-DBCB9A09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93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9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F2937"/>
                </a:solidFill>
                <a:latin typeface="Arial Unicode MS"/>
                <a:ea typeface="Arial Unicode MS"/>
                <a:cs typeface="Arial Unicode MS"/>
              </a:rPr>
              <a:t>團隊維持 v2.4 RC 暫停發布，先完成剩餘 6 次測試並確認問題來源。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36131-C607-4D84-805D-FD51BE7F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B677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B677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776"/>
                </a:solidFill>
                <a:latin typeface="Arial Unicode MS"/>
                <a:ea typeface="Arial Unicode MS"/>
                <a:cs typeface="Arial Unicode MS"/>
              </a:rPr>
              <a:t>SAMPLE  |  2026-09-18  |  No confidential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48FFC9-2875-4236-94ED-45716F72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48425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B677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5B677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776"/>
                </a:solidFill>
                <a:latin typeface="Arial Unicode MS"/>
                <a:ea typeface="Arial Unicode MS"/>
                <a:cs typeface="Arial Unicode MS"/>
              </a:rPr>
              <a:t>Display Driver  |  2</a:t>
            </a:r>
          </a:p>
        </p:txBody>
      </p:sp>
    </p:spTree>
    <p:extLst>
      <p:ext uri="{BB962C8B-B14F-4D97-AF65-F5344CB8AC3E}">
        <p14:creationId xmlns:p14="http://schemas.microsoft.com/office/powerpoint/2010/main" val="25358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09FB8-4B6D-42BF-A094-DBDD0AB2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決策與後續工作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963AFF-7411-4215-A6B3-C3189330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C8790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C879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C87900"/>
                </a:solidFill>
                <a:latin typeface="Arial Unicode MS"/>
                <a:ea typeface="Arial Unicode MS"/>
                <a:cs typeface="Arial Unicode MS"/>
              </a:rPr>
              <a:t>決策：v2.4 RC 暫停發布，完整 20 次循環測試通過後再評估恢復。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4CC8C6-4C7B-444E-85CB-B5CF4F354DDA}"/>
              </a:ext>
            </a:extLst>
          </p:cNvPr>
          <p:cNvGraphicFramePr/>
          <p:nvPr/>
        </p:nvGraphicFramePr>
        <p:xfrm>
          <a:off xmlns:a="http://schemas.openxmlformats.org/drawingml/2006/main" x="685800" y="2171700"/>
          <a:ext xmlns:a="http://schemas.openxmlformats.org/drawingml/2006/main" cx="10820400" cy="2209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1524000"/>
                <a:gridCol w="1905000"/>
                <a:gridCol w="1962150"/>
              </a:tblGrid>
              <a:tr h="4381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工作項目</a:t>
                      </a:r>
                    </a:p>
                  </a:txBody>
                  <a:tcPr marL="95250" marR="95250" marT="76200" marB="7620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負責人</a:t>
                      </a:r>
                    </a:p>
                  </a:txBody>
                  <a:tcPr marL="95250" marR="95250" marT="76200" marB="7620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期限</a:t>
                      </a:r>
                    </a:p>
                  </a:txBody>
                  <a:tcPr marL="95250" marR="95250" marT="76200" marB="7620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狀態</a:t>
                      </a:r>
                    </a:p>
                  </a:txBody>
                  <a:tcPr marL="95250" marR="95250" marT="76200" marB="76200" anchor="ctr">
                    <a:solidFill>
                      <a:srgbClr val="17324D"/>
                    </a:solidFill>
                  </a:tcPr>
                </a:tc>
              </a:tr>
              <a:tr h="5905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完成剩餘 6 次喚醒循環測試</a:t>
                      </a:r>
                    </a:p>
                  </a:txBody>
                  <a:tcPr marL="95250" marR="95250" marT="76200" marB="76200" anchor="ctr">
                    <a:solidFill>
                      <a:srgbClr val="F7F9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Ben</a:t>
                      </a:r>
                    </a:p>
                  </a:txBody>
                  <a:tcPr marL="95250" marR="95250" marT="76200" marB="76200" anchor="ctr">
                    <a:solidFill>
                      <a:srgbClr val="F7F9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2026-09-23</a:t>
                      </a:r>
                    </a:p>
                  </a:txBody>
                  <a:tcPr marL="95250" marR="95250" marT="76200" marB="76200" anchor="ctr">
                    <a:solidFill>
                      <a:srgbClr val="F7F9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進行中</a:t>
                      </a:r>
                    </a:p>
                  </a:txBody>
                  <a:tcPr marL="95250" marR="95250" marT="76200" marB="76200" anchor="ctr">
                    <a:solidFill>
                      <a:srgbClr val="F7F9FA"/>
                    </a:solidFill>
                  </a:tcPr>
                </a:tc>
              </a:tr>
              <a:tr h="5905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A-17：研究瑞鼎科技公司資訊，限官方網站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Amy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2026-10-02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未開始</a:t>
                      </a:r>
                    </a:p>
                  </a:txBody>
                  <a:tcPr marL="95250" marR="95250" marT="76200" marB="76200" anchor="ctr"/>
                </a:tc>
              </a:tr>
              <a:tr h="5905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更新 Color Calibration 測試圖</a:t>
                      </a:r>
                    </a:p>
                  </a:txBody>
                  <a:tcPr marL="95250" marR="95250" marT="76200" marB="76200" anchor="ctr">
                    <a:solidFill>
                      <a:srgbClr val="F7F9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Dora</a:t>
                      </a:r>
                    </a:p>
                  </a:txBody>
                  <a:tcPr marL="95250" marR="95250" marT="76200" marB="76200" anchor="ctr">
                    <a:solidFill>
                      <a:srgbClr val="F7F9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2026-09-18</a:t>
                      </a:r>
                    </a:p>
                  </a:txBody>
                  <a:tcPr marL="95250" marR="95250" marT="76200" marB="76200" anchor="ctr">
                    <a:solidFill>
                      <a:srgbClr val="F7F9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已完成</a:t>
                      </a:r>
                    </a:p>
                  </a:txBody>
                  <a:tcPr marL="95250" marR="95250" marT="76200" marB="76200" anchor="ctr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7CDEC9-CF5C-49E9-AB2E-9EFFD224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B677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B677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5B6776"/>
                </a:solidFill>
                <a:latin typeface="Arial Unicode MS"/>
                <a:ea typeface="Arial Unicode MS"/>
                <a:cs typeface="Arial Unicode MS"/>
              </a:rPr>
              <a:t>A-17 是 Display Driver 評估合作背景的前置資料。尚未取得官方來源前，不得標示完成。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0917C-6456-4805-84DF-0390AFCD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B677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B677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776"/>
                </a:solidFill>
                <a:latin typeface="Arial Unicode MS"/>
                <a:ea typeface="Arial Unicode MS"/>
                <a:cs typeface="Arial Unicode MS"/>
              </a:rPr>
              <a:t>SAMPLE  |  2026-09-18  |  No confidential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7B88A2-4306-486D-80A8-47DF9146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48425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B677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5B677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776"/>
                </a:solidFill>
                <a:latin typeface="Arial Unicode MS"/>
                <a:ea typeface="Arial Unicode MS"/>
                <a:cs typeface="Arial Unicode MS"/>
              </a:rPr>
              <a:t>Display Driver  |  3</a:t>
            </a:r>
          </a:p>
        </p:txBody>
      </p:sp>
    </p:spTree>
    <p:extLst>
      <p:ext uri="{BB962C8B-B14F-4D97-AF65-F5344CB8AC3E}">
        <p14:creationId xmlns:p14="http://schemas.microsoft.com/office/powerpoint/2010/main" val="11890509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2026-10-09T13:33:34.6790000Z</dcterms:created>
  <dcterms:modified xsi:type="dcterms:W3CDTF">2026-10-09T13:33:34.6790000Z</dcterms:modified>
</coreProperties>
</file>