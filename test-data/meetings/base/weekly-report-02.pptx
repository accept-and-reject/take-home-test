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7b4e0adba54a93" /><Relationship Type="http://schemas.openxmlformats.org/officeDocument/2006/relationships/extended-properties" Target="/docProps/app.xml" Id="R9e9f7a0484e14607" /><Relationship Type="http://schemas.openxmlformats.org/officeDocument/2006/relationships/officeDocument" Target="/ppt/presentation.xml" Id="R1611a768153c4b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def2c27d4b47dd"/>
  </p:sldMasterIdLst>
  <p:notesMasterIdLst>
    <p:notesMasterId xmlns:r="http://schemas.openxmlformats.org/officeDocument/2006/relationships" r:id="R3a5d0ae032f64e74"/>
  </p:notesMasterIdLst>
  <p:sldIdLst>
    <p:sldId xmlns:r="http://schemas.openxmlformats.org/officeDocument/2006/relationships" id="256" r:id="R6b67c133de574ebc"/>
    <p:sldId xmlns:r="http://schemas.openxmlformats.org/officeDocument/2006/relationships" id="257" r:id="R1e1e0cfa3d914573"/>
    <p:sldId xmlns:r="http://schemas.openxmlformats.org/officeDocument/2006/relationships" id="258" r:id="R998d184a2d6d41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610c274fe44ba6" /><Relationship Type="http://schemas.openxmlformats.org/officeDocument/2006/relationships/slideMaster" Target="/ppt/slideMasters/slideMaster1.xml" Id="R69def2c27d4b47dd" /><Relationship Type="http://schemas.openxmlformats.org/officeDocument/2006/relationships/notesMaster" Target="/ppt/notesMasters/notesMaster1.xml" Id="R3a5d0ae032f64e74" /><Relationship Type="http://schemas.openxmlformats.org/officeDocument/2006/relationships/presProps" Target="/ppt/presProps.xml" Id="R0b899c9bc2944fc3" /><Relationship Type="http://schemas.openxmlformats.org/officeDocument/2006/relationships/tableStyles" Target="/ppt/tableStyles.xml" Id="Rb213d25fa2d54bb8" /><Relationship Type="http://schemas.openxmlformats.org/officeDocument/2006/relationships/slide" Target="/ppt/slides/slide1.xml" Id="R6b67c133de574ebc" /><Relationship Type="http://schemas.openxmlformats.org/officeDocument/2006/relationships/slide" Target="/ppt/slides/slide2.xml" Id="R1e1e0cfa3d914573" /><Relationship Type="http://schemas.openxmlformats.org/officeDocument/2006/relationships/slide" Target="/ppt/slides/slide3.xml" Id="R998d184a2d6d41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77e8440fd042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b8fb16a6948d3" /><Relationship Type="http://schemas.openxmlformats.org/officeDocument/2006/relationships/notesMaster" Target="/ppt/notesMasters/notesMaster1.xml" Id="R07d652394f8145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bd0a4dde01472d" /><Relationship Type="http://schemas.openxmlformats.org/officeDocument/2006/relationships/notesMaster" Target="/ppt/notesMasters/notesMaster1.xml" Id="R11ff66c94a274c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da194e2c68407e" /><Relationship Type="http://schemas.openxmlformats.org/officeDocument/2006/relationships/notesMaster" Target="/ppt/notesMasters/notesMaster1.xml" Id="R8fcbcdfde93449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eeb9da9f74e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6704056b545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9698cb6e549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d650ffc7141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fa846f37844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382912ac94c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53FECF-C9F9-4BFC-8B8D-9C0621366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05860F-A4AC-4DFF-A7C7-FCFA736734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8E1286-AF36-4EAB-A23F-01D1372F5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B6AB8D-0376-466E-9FD7-1D990D13E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8AD182-832F-4607-805C-CB5EA1045E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99A394-6657-40B1-BF5A-0FAB330E1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4AD41E-6E5B-4EA6-97ED-54BEEF14BB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C08096-6E35-48C3-A645-10A51EF02D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276E03-5EA7-41DA-86E6-327B60DEE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291283-3DCA-4FF0-A7BC-A0E43B5833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bf7fe5ac5f4926" /><Relationship Type="http://schemas.openxmlformats.org/officeDocument/2006/relationships/slideLayout" Target="/ppt/slideLayouts/slideLayout1.xml" Id="R5227445aed3941a8" /><Relationship Type="http://schemas.openxmlformats.org/officeDocument/2006/relationships/slideLayout" Target="/ppt/slideLayouts/slideLayout2.xml" Id="R3fd49b0fd1b74d51" /><Relationship Type="http://schemas.openxmlformats.org/officeDocument/2006/relationships/slideLayout" Target="/ppt/slideLayouts/slideLayout3.xml" Id="Radb8ca19271d4530" /><Relationship Type="http://schemas.openxmlformats.org/officeDocument/2006/relationships/slideLayout" Target="/ppt/slideLayouts/slideLayout4.xml" Id="Rf2a270dcc2584c5f" /><Relationship Type="http://schemas.openxmlformats.org/officeDocument/2006/relationships/slideLayout" Target="/ppt/slideLayouts/slideLayout5.xml" Id="R9a01fd6df2f44e3e" /><Relationship Type="http://schemas.openxmlformats.org/officeDocument/2006/relationships/slideLayout" Target="/ppt/slideLayouts/slideLayout6.xml" Id="R8253852c7d9447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7445aed3941a8"/>
    <p:sldLayoutId xmlns:r="http://schemas.openxmlformats.org/officeDocument/2006/relationships" id="2147483650" r:id="R3fd49b0fd1b74d51"/>
    <p:sldLayoutId xmlns:r="http://schemas.openxmlformats.org/officeDocument/2006/relationships" id="2147483651" r:id="Radb8ca19271d4530"/>
    <p:sldLayoutId xmlns:r="http://schemas.openxmlformats.org/officeDocument/2006/relationships" id="2147483652" r:id="Rf2a270dcc2584c5f"/>
    <p:sldLayoutId xmlns:r="http://schemas.openxmlformats.org/officeDocument/2006/relationships" id="2147483653" r:id="R9a01fd6df2f44e3e"/>
    <p:sldLayoutId xmlns:r="http://schemas.openxmlformats.org/officeDocument/2006/relationships" id="2147483654" r:id="R8253852c7d9447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2ad86a6ff4f09" /><Relationship Type="http://schemas.openxmlformats.org/officeDocument/2006/relationships/notesSlide" Target="/ppt/notesSlides/notesSlide1.xml" Id="R7336235451a540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a6ecec36a42ad" /><Relationship Type="http://schemas.openxmlformats.org/officeDocument/2006/relationships/chart" Target="/ppt/slides/charts/chart1.xml" Id="R54d7d970bd8a4813" /><Relationship Type="http://schemas.openxmlformats.org/officeDocument/2006/relationships/notesSlide" Target="/ppt/notesSlides/notesSlide2.xml" Id="R6ba57017049a40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7ff4124564bce" /><Relationship Type="http://schemas.openxmlformats.org/officeDocument/2006/relationships/notesSlide" Target="/ppt/notesSlides/notesSlide3.xml" Id="R35ccf935e450423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20 次循環測試進度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24D"/>
              </a:solidFill>
              <a:latin typeface="Arial Unicode MS"/>
              <a:ea typeface="Arial Unicode MS"/>
              <a:cs typeface="Arial Unicode M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循環次數</c:v>
          </c:tx>
          <c:spPr>
            <a:solidFill xmlns:a="http://schemas.openxmlformats.org/drawingml/2006/main">
              <a:srgbClr val="2A5D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7A6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8E0E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F2937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測試結果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33F82-4314-48F9-BB60-45709974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rPr>
              <a:t>SAMPLE  /  PRODUCT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7E723-F485-49DE-A1D5-D65C0F27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905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Display Driver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專案週報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35AB2-5BE6-4B33-91C5-3AEEDF61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rPr>
              <a:t>調整時序設定後完成重新驗證，發布條件已達成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BDCAA-D8FD-4AB1-92C6-D597427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D7E3EA"/>
                </a:solidFill>
                <a:latin typeface="Arial Unicode MS"/>
                <a:ea typeface="Arial Unicode MS"/>
                <a:cs typeface="Arial Unicode MS"/>
              </a:rPr>
              <a:t>報告日期  2026-09-25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9D08D-9B1B-4E3D-B7A7-AD6A5B30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rPr>
              <a:t>發布狀態  恢復</a:t>
            </a:r>
          </a:p>
        </p:txBody>
      </p:sp>
    </p:spTree>
    <p:extLst>
      <p:ext uri="{BB962C8B-B14F-4D97-AF65-F5344CB8AC3E}">
        <p14:creationId xmlns:p14="http://schemas.microsoft.com/office/powerpoint/2010/main" val="392775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E5893-1DED-4667-ACED-4216597A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測試進度與發布狀態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0544D-9708-45E4-A501-B88F5A01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rPr>
              <a:t>20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C7412-9C39-4FB7-8279-43E0123A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完成循環測試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E1FF0-4233-4A03-B694-E9C730B1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rPr>
              <a:t>0 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2603D-C5F8-4855-A4E6-16FFDA32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閃爍重現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C4551D9-744C-40E4-BDEF-E76B722608C1}"/>
              </a:ext>
            </a:extLst>
          </p:cNvPr>
          <p:cNvGraphicFramePr/>
          <p:nvPr/>
        </p:nvGraphicFramePr>
        <p:xfrm>
          <a:off xmlns:a="http://schemas.openxmlformats.org/drawingml/2006/main" x="4171950" y="1257300"/>
          <a:ext xmlns:a="http://schemas.openxmlformats.org/drawingml/2006/main" cx="7181850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d7d970bd8a481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4A1BE-2EAA-421C-B16F-E791543C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F293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F2937"/>
                </a:solidFill>
                <a:latin typeface="Arial Unicode MS"/>
                <a:ea typeface="Arial Unicode MS"/>
                <a:cs typeface="Arial Unicode MS"/>
              </a:rPr>
              <a:t>調整時序設定後重新執行完整 20 次循環測試，20/20 均未重現閃爍。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FB82F-E99C-4C6E-A76F-836E9C51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SAMPLE  |  2026-09-25  |  No confidential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4BA7B-1A5A-4271-AC7F-1F77DAAA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484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Display Driver  |  2</a:t>
            </a:r>
          </a:p>
        </p:txBody>
      </p:sp>
    </p:spTree>
    <p:extLst>
      <p:ext uri="{BB962C8B-B14F-4D97-AF65-F5344CB8AC3E}">
        <p14:creationId xmlns:p14="http://schemas.microsoft.com/office/powerpoint/2010/main" val="1518504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45965-DF68-4966-A12B-45C68786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決策與後續工作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3C0F3-AD26-4B12-8E4B-4C1108F2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67A65"/>
                </a:solidFill>
                <a:latin typeface="Arial Unicode MS"/>
                <a:ea typeface="Arial Unicode MS"/>
                <a:cs typeface="Arial Unicode MS"/>
              </a:rPr>
              <a:t>決策：恢復 v2.4 RC，診斷旗標保留一個版本。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8D031-A259-494C-BBAF-6F99CD2EB656}"/>
              </a:ext>
            </a:extLst>
          </p:cNvPr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08204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524000"/>
                <a:gridCol w="1905000"/>
                <a:gridCol w="1962150"/>
              </a:tblGrid>
              <a:tr h="438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工作項目</a:t>
                      </a:r>
                    </a:p>
                  </a:txBody>
                  <a:tcPr marL="95250" marR="95250" marT="76200" marB="7620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負責人</a:t>
                      </a:r>
                    </a:p>
                  </a:txBody>
                  <a:tcPr marL="95250" marR="95250" marT="76200" marB="7620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期限</a:t>
                      </a:r>
                    </a:p>
                  </a:txBody>
                  <a:tcPr marL="95250" marR="95250" marT="76200" marB="7620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狀態</a:t>
                      </a:r>
                    </a:p>
                  </a:txBody>
                  <a:tcPr marL="95250" marR="95250" marT="76200" marB="76200" anchor="ctr">
                    <a:solidFill>
                      <a:srgbClr val="17324D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A-17：整理瑞鼎科技公司介紹、主要產品與福利制度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Amy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2026-10-02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進行中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 Color Calibration 文件簽核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Dora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下週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待處理</a:t>
                      </a:r>
                    </a:p>
                  </a:txBody>
                  <a:tcPr marL="95250" marR="95250" marT="76200" marB="76200" anchor="ctr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追蹤診斷旗標使用情況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Ben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下一版本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持續追蹤</a:t>
                      </a:r>
                    </a:p>
                  </a:txBody>
                  <a:tcPr marL="95250" marR="95250" marT="76200" marB="76200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4EC72-563F-44E6-86E5-87D5C288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A-17 的來源仍只允許瑞鼎科技官方網站。本週僅確認研究範圍，尚未取得官網證據。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A9D73-C129-45EC-BCDC-572B27C1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SAMPLE  |  2026-09-25  |  No confidential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93647-1C20-4055-9D93-0071696C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484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B6776"/>
                </a:solidFill>
                <a:latin typeface="Arial Unicode MS"/>
                <a:ea typeface="Arial Unicode MS"/>
                <a:cs typeface="Arial Unicode MS"/>
              </a:rPr>
              <a:t>Display Driver  |  3</a:t>
            </a:r>
          </a:p>
        </p:txBody>
      </p:sp>
    </p:spTree>
    <p:extLst>
      <p:ext uri="{BB962C8B-B14F-4D97-AF65-F5344CB8AC3E}">
        <p14:creationId xmlns:p14="http://schemas.microsoft.com/office/powerpoint/2010/main" val="854752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2026-10-09T13:33:39.4710000Z</dcterms:created>
  <dcterms:modified xsi:type="dcterms:W3CDTF">2026-10-09T13:33:39.4710000Z</dcterms:modified>
</coreProperties>
</file>